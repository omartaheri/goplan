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ooper Hewitt Bold" charset="1" panose="00000000000000000000"/>
      <p:regular r:id="rId24"/>
    </p:embeddedFont>
    <p:embeddedFont>
      <p:font typeface="DM Sans" charset="1" panose="00000000000000000000"/>
      <p:regular r:id="rId25"/>
    </p:embeddedFont>
    <p:embeddedFont>
      <p:font typeface="DM Sans Bold" charset="1" panose="00000000000000000000"/>
      <p:regular r:id="rId26"/>
    </p:embeddedFont>
    <p:embeddedFont>
      <p:font typeface="TAN Headline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embeddings/oleObject2.bin" Type="http://schemas.openxmlformats.org/officeDocument/2006/relationships/oleObjec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embeddings/oleObject3.bin" Type="http://schemas.openxmlformats.org/officeDocument/2006/relationships/oleObjec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06301" y="2158646"/>
            <a:ext cx="3701593" cy="4723610"/>
          </a:xfrm>
          <a:custGeom>
            <a:avLst/>
            <a:gdLst/>
            <a:ahLst/>
            <a:cxnLst/>
            <a:rect r="r" b="b" t="t" l="l"/>
            <a:pathLst>
              <a:path h="4723610" w="3701593">
                <a:moveTo>
                  <a:pt x="0" y="0"/>
                </a:moveTo>
                <a:lnTo>
                  <a:pt x="3701593" y="0"/>
                </a:lnTo>
                <a:lnTo>
                  <a:pt x="3701593" y="4723610"/>
                </a:lnTo>
                <a:lnTo>
                  <a:pt x="0" y="4723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5113235"/>
            <a:ext cx="3718302" cy="2393234"/>
          </a:xfrm>
          <a:custGeom>
            <a:avLst/>
            <a:gdLst/>
            <a:ahLst/>
            <a:cxnLst/>
            <a:rect r="r" b="b" t="t" l="l"/>
            <a:pathLst>
              <a:path h="2393234" w="3718302">
                <a:moveTo>
                  <a:pt x="0" y="0"/>
                </a:moveTo>
                <a:lnTo>
                  <a:pt x="3718302" y="0"/>
                </a:lnTo>
                <a:lnTo>
                  <a:pt x="3718302" y="2393234"/>
                </a:lnTo>
                <a:lnTo>
                  <a:pt x="0" y="2393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65073" y="3401619"/>
            <a:ext cx="2882196" cy="3943304"/>
          </a:xfrm>
          <a:custGeom>
            <a:avLst/>
            <a:gdLst/>
            <a:ahLst/>
            <a:cxnLst/>
            <a:rect r="r" b="b" t="t" l="l"/>
            <a:pathLst>
              <a:path h="3943304" w="2882196">
                <a:moveTo>
                  <a:pt x="0" y="0"/>
                </a:moveTo>
                <a:lnTo>
                  <a:pt x="2882196" y="0"/>
                </a:lnTo>
                <a:lnTo>
                  <a:pt x="2882196" y="3943303"/>
                </a:lnTo>
                <a:lnTo>
                  <a:pt x="0" y="39433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013229"/>
            <a:ext cx="9904619" cy="239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8"/>
              </a:lnSpc>
            </a:pPr>
            <a:r>
              <a:rPr lang="en-US" sz="12013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GOPLAN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3081" y="5324202"/>
            <a:ext cx="7793067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Your Path Perfectly Planned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2496800"/>
          </a:xfrm>
          <a:custGeom>
            <a:avLst/>
            <a:gdLst/>
            <a:ahLst/>
            <a:cxnLst/>
            <a:rect r="r" b="b" t="t" l="l"/>
            <a:pathLst>
              <a:path h="12496800" w="18288000">
                <a:moveTo>
                  <a:pt x="0" y="0"/>
                </a:moveTo>
                <a:lnTo>
                  <a:pt x="18288000" y="0"/>
                </a:lnTo>
                <a:lnTo>
                  <a:pt x="18288000" y="12496800"/>
                </a:lnTo>
                <a:lnTo>
                  <a:pt x="0" y="12496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26187" y="-112551"/>
            <a:ext cx="22299038" cy="10399551"/>
          </a:xfrm>
          <a:custGeom>
            <a:avLst/>
            <a:gdLst/>
            <a:ahLst/>
            <a:cxnLst/>
            <a:rect r="r" b="b" t="t" l="l"/>
            <a:pathLst>
              <a:path h="10399551" w="22299038">
                <a:moveTo>
                  <a:pt x="0" y="0"/>
                </a:moveTo>
                <a:lnTo>
                  <a:pt x="22299038" y="0"/>
                </a:lnTo>
                <a:lnTo>
                  <a:pt x="22299038" y="10399551"/>
                </a:lnTo>
                <a:lnTo>
                  <a:pt x="0" y="103995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7017" y="722907"/>
            <a:ext cx="4674224" cy="8295832"/>
          </a:xfrm>
          <a:custGeom>
            <a:avLst/>
            <a:gdLst/>
            <a:ahLst/>
            <a:cxnLst/>
            <a:rect r="r" b="b" t="t" l="l"/>
            <a:pathLst>
              <a:path h="8295832" w="4674224">
                <a:moveTo>
                  <a:pt x="0" y="0"/>
                </a:moveTo>
                <a:lnTo>
                  <a:pt x="4674223" y="0"/>
                </a:lnTo>
                <a:lnTo>
                  <a:pt x="4674223" y="8295833"/>
                </a:lnTo>
                <a:lnTo>
                  <a:pt x="0" y="8295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980" t="0" r="-38499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40831" y="3705225"/>
            <a:ext cx="10376944" cy="258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>
                <a:solidFill>
                  <a:srgbClr val="343434"/>
                </a:solidFill>
                <a:latin typeface="TAN Headline"/>
                <a:ea typeface="TAN Headline"/>
                <a:cs typeface="TAN Headline"/>
                <a:sym typeface="TAN Headline"/>
              </a:rPr>
              <a:t>GOPLAN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86059" y="3666172"/>
            <a:ext cx="10715881" cy="2887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 spc="-230">
                <a:solidFill>
                  <a:srgbClr val="170F10"/>
                </a:solidFill>
                <a:latin typeface="DM Sans"/>
                <a:ea typeface="DM Sans"/>
                <a:cs typeface="DM Sans"/>
                <a:sym typeface="DM Sans"/>
              </a:rPr>
              <a:t>GoPlan is an innovative AI-powered application tailored for students seeking to efficiently plan their academic paths. By streamlining course selection, tracking progress, and optimizing future degree plan, it transforms the academic planning experience into a personalized journey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122426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2018" y="0"/>
            <a:ext cx="18832037" cy="10287000"/>
          </a:xfrm>
          <a:custGeom>
            <a:avLst/>
            <a:gdLst/>
            <a:ahLst/>
            <a:cxnLst/>
            <a:rect r="r" b="b" t="t" l="l"/>
            <a:pathLst>
              <a:path h="10287000" w="18832037">
                <a:moveTo>
                  <a:pt x="0" y="0"/>
                </a:moveTo>
                <a:lnTo>
                  <a:pt x="18832036" y="0"/>
                </a:lnTo>
                <a:lnTo>
                  <a:pt x="188320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122426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93001" y="1656488"/>
            <a:ext cx="13101998" cy="619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4"/>
              </a:lnSpc>
            </a:pPr>
            <a:r>
              <a:rPr lang="en-US" b="true" sz="16432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17-TABLE NORMALIZED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122426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88719" y="1649505"/>
            <a:ext cx="13101998" cy="619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4"/>
              </a:lnSpc>
            </a:pPr>
            <a:r>
              <a:rPr lang="en-US" b="true" sz="16432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150+ COURSES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122426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93001" y="3113813"/>
            <a:ext cx="13101998" cy="327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4"/>
              </a:lnSpc>
            </a:pPr>
            <a:r>
              <a:rPr lang="en-US" b="true" sz="16432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4 USERS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122426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93001" y="3113813"/>
            <a:ext cx="13101998" cy="327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4"/>
              </a:lnSpc>
            </a:pPr>
            <a:r>
              <a:rPr lang="en-US" b="true" sz="16432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3 PROGRAMS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122426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1381" y="1656488"/>
            <a:ext cx="17325238" cy="619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4"/>
              </a:lnSpc>
            </a:pPr>
            <a:r>
              <a:rPr lang="en-US" b="true" sz="16432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11 DATABASE TRIGGERS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122426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830848" y="542925"/>
          <a:ext cx="5657850" cy="7543800"/>
        </p:xfrm>
        <a:graphic>
          <a:graphicData uri="http://schemas.openxmlformats.org/presentationml/2006/ole">
            <p:oleObj imgW="7162800" imgH="90424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122426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1381" y="1656488"/>
            <a:ext cx="17325238" cy="619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4"/>
              </a:lnSpc>
            </a:pPr>
            <a:r>
              <a:rPr lang="en-US" b="true" sz="16432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 5 STORED PROCEDURES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122426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965295" y="1294172"/>
          <a:ext cx="5657850" cy="3143250"/>
        </p:xfrm>
        <a:graphic>
          <a:graphicData uri="http://schemas.openxmlformats.org/presentationml/2006/ole">
            <p:oleObj imgW="6781800" imgH="4267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122426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1381" y="1656488"/>
            <a:ext cx="17325238" cy="619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4"/>
              </a:lnSpc>
            </a:pPr>
            <a:r>
              <a:rPr lang="en-US" b="true" sz="16432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7 OPTIMIZED VIEWS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122426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2811525" y="1551296"/>
          <a:ext cx="5657850" cy="4400550"/>
        </p:xfrm>
        <a:graphic>
          <a:graphicData uri="http://schemas.openxmlformats.org/presentationml/2006/ole">
            <p:oleObj imgW="6781800" imgH="55245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3983" y="3152569"/>
            <a:ext cx="16420035" cy="387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8"/>
              </a:lnSpc>
            </a:pPr>
            <a:r>
              <a:rPr lang="en-US" b="true" sz="19362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DEMO TIME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354446">
            <a:off x="15843106" y="2606653"/>
            <a:ext cx="1497033" cy="2339114"/>
          </a:xfrm>
          <a:custGeom>
            <a:avLst/>
            <a:gdLst/>
            <a:ahLst/>
            <a:cxnLst/>
            <a:rect r="r" b="b" t="t" l="l"/>
            <a:pathLst>
              <a:path h="2339114" w="1497033">
                <a:moveTo>
                  <a:pt x="0" y="0"/>
                </a:moveTo>
                <a:lnTo>
                  <a:pt x="1497033" y="0"/>
                </a:lnTo>
                <a:lnTo>
                  <a:pt x="1497033" y="2339115"/>
                </a:lnTo>
                <a:lnTo>
                  <a:pt x="0" y="23391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885027">
            <a:off x="5092713" y="2195823"/>
            <a:ext cx="2206219" cy="1740908"/>
          </a:xfrm>
          <a:custGeom>
            <a:avLst/>
            <a:gdLst/>
            <a:ahLst/>
            <a:cxnLst/>
            <a:rect r="r" b="b" t="t" l="l"/>
            <a:pathLst>
              <a:path h="1740908" w="2206219">
                <a:moveTo>
                  <a:pt x="0" y="0"/>
                </a:moveTo>
                <a:lnTo>
                  <a:pt x="2206220" y="0"/>
                </a:lnTo>
                <a:lnTo>
                  <a:pt x="2206220" y="1740908"/>
                </a:lnTo>
                <a:lnTo>
                  <a:pt x="0" y="17409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1839" y="8205407"/>
            <a:ext cx="4202073" cy="2521244"/>
          </a:xfrm>
          <a:custGeom>
            <a:avLst/>
            <a:gdLst/>
            <a:ahLst/>
            <a:cxnLst/>
            <a:rect r="r" b="b" t="t" l="l"/>
            <a:pathLst>
              <a:path h="2521244" w="4202073">
                <a:moveTo>
                  <a:pt x="0" y="0"/>
                </a:moveTo>
                <a:lnTo>
                  <a:pt x="4202074" y="0"/>
                </a:lnTo>
                <a:lnTo>
                  <a:pt x="4202074" y="2521245"/>
                </a:lnTo>
                <a:lnTo>
                  <a:pt x="0" y="25212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839221">
            <a:off x="9785300" y="7617346"/>
            <a:ext cx="1170380" cy="2030628"/>
          </a:xfrm>
          <a:custGeom>
            <a:avLst/>
            <a:gdLst/>
            <a:ahLst/>
            <a:cxnLst/>
            <a:rect r="r" b="b" t="t" l="l"/>
            <a:pathLst>
              <a:path h="2030628" w="1170380">
                <a:moveTo>
                  <a:pt x="0" y="0"/>
                </a:moveTo>
                <a:lnTo>
                  <a:pt x="1170381" y="0"/>
                </a:lnTo>
                <a:lnTo>
                  <a:pt x="1170381" y="2030628"/>
                </a:lnTo>
                <a:lnTo>
                  <a:pt x="0" y="20306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DAG7DgxhC0g</dc:identifier>
  <dcterms:modified xsi:type="dcterms:W3CDTF">2011-08-01T06:04:30Z</dcterms:modified>
  <cp:revision>1</cp:revision>
  <dc:title>Pink and Purple Illustrative Computer Technology Presentation</dc:title>
</cp:coreProperties>
</file>